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8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D718D-BDAC-1A96-0B5B-4F46062613D9}" v="4" dt="2025-11-04T11:30:37.885"/>
    <p1510:client id="{6FBF5EBC-E628-495D-6775-B931E8409C95}" v="1" dt="2025-11-05T06:33:59.661"/>
    <p1510:client id="{E5614173-5705-4196-803A-66789BA5EF9D}" v="768" dt="2025-11-05T06:42:17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5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67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58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9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37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73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2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02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71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6166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936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943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57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4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F314F-E23F-48DE-A8C2-89A3B601D06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30E36FE-5951-4B24-B3C2-AD8697FAA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36B1315-8F51-3326-F934-E93336D3782F}"/>
              </a:ext>
            </a:extLst>
          </p:cNvPr>
          <p:cNvSpPr txBox="1"/>
          <p:nvPr/>
        </p:nvSpPr>
        <p:spPr>
          <a:xfrm>
            <a:off x="2208043" y="76589"/>
            <a:ext cx="938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rial Black" panose="020B0A04020102020204" pitchFamily="34" charset="0"/>
              </a:rPr>
              <a:t>F</a:t>
            </a:r>
            <a:endParaRPr lang="en-IN" sz="80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1A42ABD-A7A2-1A29-A452-A15AC92A37B4}"/>
              </a:ext>
            </a:extLst>
          </p:cNvPr>
          <p:cNvSpPr txBox="1"/>
          <p:nvPr/>
        </p:nvSpPr>
        <p:spPr>
          <a:xfrm>
            <a:off x="3692151" y="76587"/>
            <a:ext cx="7490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rial Black" panose="020B0A04020102020204" pitchFamily="34" charset="0"/>
              </a:rPr>
              <a:t>r</a:t>
            </a:r>
            <a:endParaRPr lang="en-IN" sz="8000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75930D0-D3DB-1971-AB97-BEECCE2C70E3}"/>
              </a:ext>
            </a:extLst>
          </p:cNvPr>
          <p:cNvSpPr txBox="1"/>
          <p:nvPr/>
        </p:nvSpPr>
        <p:spPr>
          <a:xfrm>
            <a:off x="2965530" y="76591"/>
            <a:ext cx="7266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rial Black" panose="020B0A04020102020204" pitchFamily="34" charset="0"/>
              </a:rPr>
              <a:t>a</a:t>
            </a:r>
            <a:endParaRPr lang="en-IN" sz="80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E2B7C8D-89F1-6AF4-B481-D12DDB91D8EC}"/>
              </a:ext>
            </a:extLst>
          </p:cNvPr>
          <p:cNvSpPr txBox="1"/>
          <p:nvPr/>
        </p:nvSpPr>
        <p:spPr>
          <a:xfrm>
            <a:off x="4260415" y="129126"/>
            <a:ext cx="7266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>
                <a:solidFill>
                  <a:schemeClr val="accent1"/>
                </a:solidFill>
                <a:latin typeface="Arial Black" panose="020B0A04020102020204" pitchFamily="34" charset="0"/>
              </a:rPr>
              <a:t>m</a:t>
            </a:r>
            <a:endParaRPr lang="en-IN" sz="800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34A11CA7-578C-29E7-697C-840DBA459735}"/>
              </a:ext>
            </a:extLst>
          </p:cNvPr>
          <p:cNvSpPr txBox="1"/>
          <p:nvPr/>
        </p:nvSpPr>
        <p:spPr>
          <a:xfrm>
            <a:off x="5349695" y="76586"/>
            <a:ext cx="10531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rial Black" panose="020B0A04020102020204" pitchFamily="34" charset="0"/>
              </a:rPr>
              <a:t>F</a:t>
            </a:r>
            <a:endParaRPr lang="en-IN" sz="8000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C9A629E8-90C7-9069-10E7-223BCDE8C294}"/>
              </a:ext>
            </a:extLst>
          </p:cNvPr>
          <p:cNvSpPr txBox="1"/>
          <p:nvPr/>
        </p:nvSpPr>
        <p:spPr>
          <a:xfrm>
            <a:off x="6114783" y="76590"/>
            <a:ext cx="938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>
                <a:solidFill>
                  <a:schemeClr val="accent1"/>
                </a:solidFill>
                <a:latin typeface="Arial Black" panose="020B0A04020102020204" pitchFamily="34" charset="0"/>
              </a:rPr>
              <a:t>e</a:t>
            </a:r>
            <a:endParaRPr lang="en-IN" sz="8000">
              <a:solidFill>
                <a:schemeClr val="accent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F8BFA09E-A1FF-3DE2-ED2E-6BC0C471230C}"/>
              </a:ext>
            </a:extLst>
          </p:cNvPr>
          <p:cNvSpPr txBox="1"/>
          <p:nvPr/>
        </p:nvSpPr>
        <p:spPr>
          <a:xfrm>
            <a:off x="6916646" y="76589"/>
            <a:ext cx="8137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>
                <a:solidFill>
                  <a:schemeClr val="accent1"/>
                </a:solidFill>
                <a:latin typeface="Arial Black" panose="020B0A04020102020204" pitchFamily="34" charset="0"/>
              </a:rPr>
              <a:t>e</a:t>
            </a:r>
            <a:endParaRPr lang="en-IN" sz="8000">
              <a:solidFill>
                <a:schemeClr val="accent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AF2E61EE-B8C9-AD7C-3C7C-4BD256EDB2B2}"/>
              </a:ext>
            </a:extLst>
          </p:cNvPr>
          <p:cNvSpPr txBox="1"/>
          <p:nvPr/>
        </p:nvSpPr>
        <p:spPr>
          <a:xfrm>
            <a:off x="7616200" y="76584"/>
            <a:ext cx="9116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solidFill>
                  <a:schemeClr val="accent1"/>
                </a:solidFill>
                <a:latin typeface="Arial Black" panose="020B0A04020102020204" pitchFamily="34" charset="0"/>
              </a:rPr>
              <a:t>d</a:t>
            </a:r>
            <a:endParaRPr lang="en-IN" sz="8000" dirty="0">
              <a:solidFill>
                <a:schemeClr val="accent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9BB1CA4-9676-6E24-0351-F13B382A5035}"/>
              </a:ext>
            </a:extLst>
          </p:cNvPr>
          <p:cNvSpPr txBox="1"/>
          <p:nvPr/>
        </p:nvSpPr>
        <p:spPr>
          <a:xfrm>
            <a:off x="96317" y="5703449"/>
            <a:ext cx="6663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Department of Scientific Computing Modeling and Simulation</a:t>
            </a:r>
          </a:p>
          <a:p>
            <a:r>
              <a:rPr lang="en-US" dirty="0" err="1"/>
              <a:t>Savitribai</a:t>
            </a:r>
            <a:r>
              <a:rPr lang="en-US" dirty="0"/>
              <a:t> </a:t>
            </a:r>
            <a:r>
              <a:rPr lang="en-US" dirty="0" err="1"/>
              <a:t>Phule</a:t>
            </a:r>
            <a:r>
              <a:rPr lang="en-US" dirty="0"/>
              <a:t> Pune </a:t>
            </a:r>
            <a:r>
              <a:rPr lang="en-US" dirty="0" err="1"/>
              <a:t>University,Pune</a:t>
            </a:r>
            <a:endParaRPr lang="en-US" dirty="0"/>
          </a:p>
          <a:p>
            <a:r>
              <a:rPr lang="en-US" dirty="0"/>
              <a:t>Date: </a:t>
            </a:r>
            <a:r>
              <a:rPr lang="en-IN" dirty="0"/>
              <a:t>8</a:t>
            </a:r>
            <a:r>
              <a:rPr lang="en-IN" dirty="0" smtClean="0"/>
              <a:t> </a:t>
            </a:r>
            <a:r>
              <a:rPr lang="en-IN" dirty="0"/>
              <a:t>November 2025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5CCDF7A-2054-D963-E915-80948A49E783}"/>
              </a:ext>
            </a:extLst>
          </p:cNvPr>
          <p:cNvSpPr txBox="1"/>
          <p:nvPr/>
        </p:nvSpPr>
        <p:spPr>
          <a:xfrm>
            <a:off x="5115946" y="3227380"/>
            <a:ext cx="5089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By</a:t>
            </a:r>
            <a:endParaRPr lang="en-IN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5EC5D4EB-99CC-32F4-18D4-0D671EB3D1FC}"/>
              </a:ext>
            </a:extLst>
          </p:cNvPr>
          <p:cNvSpPr txBox="1"/>
          <p:nvPr/>
        </p:nvSpPr>
        <p:spPr>
          <a:xfrm>
            <a:off x="3056047" y="3591309"/>
            <a:ext cx="51376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VEDANT PANDURANG DIVATE  </a:t>
            </a:r>
            <a:r>
              <a:rPr lang="en-US" sz="2000" dirty="0" smtClean="0"/>
              <a:t>  –MS2503</a:t>
            </a:r>
          </a:p>
          <a:p>
            <a:r>
              <a:rPr lang="en-US" sz="2000" dirty="0"/>
              <a:t>PANKAJ </a:t>
            </a:r>
            <a:r>
              <a:rPr lang="en-US" sz="2000" dirty="0" smtClean="0"/>
              <a:t>RAJENDRA JADHAV      -</a:t>
            </a:r>
            <a:r>
              <a:rPr lang="en-US" sz="2000" dirty="0"/>
              <a:t>MS2509</a:t>
            </a:r>
          </a:p>
          <a:p>
            <a:r>
              <a:rPr lang="en-US" sz="2000" dirty="0"/>
              <a:t>SANIKA  NIVAS MAHIND            -MS2517</a:t>
            </a:r>
          </a:p>
          <a:p>
            <a:endParaRPr lang="en-US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169ED823-B979-49F1-B499-5FCEA3184A91}"/>
              </a:ext>
            </a:extLst>
          </p:cNvPr>
          <p:cNvSpPr txBox="1"/>
          <p:nvPr/>
        </p:nvSpPr>
        <p:spPr>
          <a:xfrm>
            <a:off x="3782745" y="5057118"/>
            <a:ext cx="31339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Ichchyakant</a:t>
            </a:r>
            <a:r>
              <a:rPr lang="en-IN" sz="2000" dirty="0"/>
              <a:t> Sharma sir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4210C8B8-D2DA-2956-22A9-6D7D9C5C62E8}"/>
              </a:ext>
            </a:extLst>
          </p:cNvPr>
          <p:cNvSpPr txBox="1"/>
          <p:nvPr/>
        </p:nvSpPr>
        <p:spPr>
          <a:xfrm>
            <a:off x="4954295" y="4799153"/>
            <a:ext cx="743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/>
              <a:t>Guide</a:t>
            </a:r>
          </a:p>
        </p:txBody>
      </p:sp>
      <p:pic>
        <p:nvPicPr>
          <p:cNvPr id="5" name="Picture 4" descr="A brown bag with green leaves&#10;&#10;AI-generated content may be incorrect.">
            <a:extLst>
              <a:ext uri="{FF2B5EF4-FFF2-40B4-BE49-F238E27FC236}">
                <a16:creationId xmlns:a16="http://schemas.microsoft.com/office/drawing/2014/main" xmlns="" id="{BAA52412-C5CE-59B7-AE63-6F8DD120E4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057" y="1251402"/>
            <a:ext cx="2819832" cy="187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8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19" grpId="0"/>
      <p:bldP spid="23" grpId="0"/>
      <p:bldP spid="27" grpId="0"/>
      <p:bldP spid="31" grpId="0"/>
      <p:bldP spid="33" grpId="0"/>
      <p:bldP spid="43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53E29E-E6FD-E550-E327-BC98AE6D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29343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Introduction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73156" y="1318736"/>
            <a:ext cx="90081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smtClean="0"/>
              <a:t> </a:t>
            </a:r>
            <a:r>
              <a:rPr lang="en-US" sz="2000" dirty="0" err="1" smtClean="0"/>
              <a:t>FarmFeed</a:t>
            </a:r>
            <a:r>
              <a:rPr lang="en-US" sz="2000" dirty="0" smtClean="0"/>
              <a:t>  is </a:t>
            </a:r>
            <a:r>
              <a:rPr lang="en-US" sz="2000" dirty="0"/>
              <a:t>a </a:t>
            </a:r>
            <a:r>
              <a:rPr lang="en-US" sz="2000" dirty="0" smtClean="0"/>
              <a:t> web-based   </a:t>
            </a:r>
            <a:r>
              <a:rPr lang="en-US" sz="2000" dirty="0" err="1" smtClean="0"/>
              <a:t>platfor</a:t>
            </a:r>
            <a:r>
              <a:rPr lang="en-US" sz="2000" dirty="0" smtClean="0"/>
              <a:t>  designed  </a:t>
            </a:r>
            <a:r>
              <a:rPr lang="en-US" sz="2000" dirty="0"/>
              <a:t>for </a:t>
            </a:r>
            <a:r>
              <a:rPr lang="en-US" sz="2000" dirty="0" smtClean="0"/>
              <a:t> farmers  and  gardeners   to  buy  </a:t>
            </a:r>
            <a:r>
              <a:rPr lang="en-US" sz="2000" dirty="0"/>
              <a:t>fertilizers </a:t>
            </a:r>
            <a:r>
              <a:rPr lang="en-US" sz="2000" dirty="0" smtClean="0"/>
              <a:t> easily  </a:t>
            </a:r>
            <a:r>
              <a:rPr lang="en-US" sz="2000" dirty="0"/>
              <a:t>from </a:t>
            </a:r>
            <a:r>
              <a:rPr lang="en-US" sz="2000" dirty="0" smtClean="0"/>
              <a:t> one  place.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It </a:t>
            </a:r>
            <a:r>
              <a:rPr lang="en-US" sz="2000" dirty="0" smtClean="0"/>
              <a:t> provides  details  of  various  </a:t>
            </a:r>
            <a:r>
              <a:rPr lang="en-US" sz="2000" dirty="0"/>
              <a:t>fertilizers</a:t>
            </a:r>
            <a:r>
              <a:rPr lang="en-US" sz="2000" dirty="0" smtClean="0"/>
              <a:t>,  their  </a:t>
            </a:r>
            <a:r>
              <a:rPr lang="en-US" sz="2000" dirty="0"/>
              <a:t>prices, </a:t>
            </a:r>
            <a:r>
              <a:rPr lang="en-US" sz="2000" dirty="0" smtClean="0"/>
              <a:t> and  helps  users  place  online  orders  </a:t>
            </a:r>
            <a:r>
              <a:rPr lang="en-US" sz="2000" dirty="0"/>
              <a:t>quickly.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-336457" y="6858000"/>
            <a:ext cx="8596668" cy="388077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50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6F8EDE-FD1A-F416-A85F-C6646BC0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17272"/>
            <a:ext cx="8596668" cy="2595460"/>
          </a:xfrm>
        </p:spPr>
        <p:txBody>
          <a:bodyPr/>
          <a:lstStyle/>
          <a:p>
            <a:r>
              <a:rPr lang="en-US" sz="4800" b="1" dirty="0"/>
              <a:t>Problem Statement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EDDB27A-DB09-3B68-C8B2-7D1D7A5D2E8A}"/>
              </a:ext>
            </a:extLst>
          </p:cNvPr>
          <p:cNvSpPr txBox="1"/>
          <p:nvPr/>
        </p:nvSpPr>
        <p:spPr>
          <a:xfrm>
            <a:off x="520700" y="1130638"/>
            <a:ext cx="88773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Farmers face problems finding the right fertilizers at the right time.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Many have to travel long distances on local shops.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Farmers face fertilizer shortages during peak farming seasons.</a:t>
            </a:r>
            <a:r>
              <a:rPr lang="en-US" sz="800" dirty="0" smtClean="0"/>
              <a:t>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1311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0120CB-41CD-DAA8-138B-AED41F5DD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7086"/>
            <a:ext cx="8596668" cy="1404257"/>
          </a:xfrm>
        </p:spPr>
        <p:txBody>
          <a:bodyPr/>
          <a:lstStyle/>
          <a:p>
            <a:r>
              <a:rPr lang="en-US" b="1"/>
              <a:t>Objective </a:t>
            </a:r>
            <a:br>
              <a:rPr lang="en-US" b="1"/>
            </a:b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ABF925F-7708-47FD-505A-F02EDFDBA404}"/>
              </a:ext>
            </a:extLst>
          </p:cNvPr>
          <p:cNvSpPr txBox="1"/>
          <p:nvPr/>
        </p:nvSpPr>
        <p:spPr>
          <a:xfrm>
            <a:off x="677335" y="980101"/>
            <a:ext cx="70117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To provide clear product details and prices.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/>
              <a:t>To </a:t>
            </a:r>
            <a:r>
              <a:rPr lang="en-US" sz="2000" dirty="0"/>
              <a:t>help farmers save time by ordering from home.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To manage fertilizer information and orders digitally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CC1CCF3-E1C4-211B-0A92-FB7C294781CD}"/>
              </a:ext>
            </a:extLst>
          </p:cNvPr>
          <p:cNvSpPr txBox="1"/>
          <p:nvPr/>
        </p:nvSpPr>
        <p:spPr>
          <a:xfrm>
            <a:off x="2909208" y="2641350"/>
            <a:ext cx="621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5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FD34C1-DE8A-4E21-62A5-9C893A9C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377" y="-541531"/>
            <a:ext cx="8596668" cy="1850740"/>
          </a:xfrm>
        </p:spPr>
        <p:txBody>
          <a:bodyPr/>
          <a:lstStyle/>
          <a:p>
            <a:r>
              <a:rPr lang="en-US" sz="4000" b="1" dirty="0"/>
              <a:t>Proposed Solution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969E9AF-0155-D192-23FE-D071FF5A69B0}"/>
              </a:ext>
            </a:extLst>
          </p:cNvPr>
          <p:cNvSpPr txBox="1"/>
          <p:nvPr/>
        </p:nvSpPr>
        <p:spPr>
          <a:xfrm>
            <a:off x="303111" y="520112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 smtClean="0"/>
              <a:t>FarmFeed</a:t>
            </a:r>
            <a:r>
              <a:rPr lang="en-US" sz="2400" dirty="0" smtClean="0"/>
              <a:t> offers </a:t>
            </a:r>
            <a:r>
              <a:rPr lang="en-US" sz="2400" dirty="0"/>
              <a:t>an online solution where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FA39178-0919-F965-2C88-22721BD849FB}"/>
              </a:ext>
            </a:extLst>
          </p:cNvPr>
          <p:cNvSpPr txBox="1"/>
          <p:nvPr/>
        </p:nvSpPr>
        <p:spPr>
          <a:xfrm>
            <a:off x="879020" y="1207670"/>
            <a:ext cx="75414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/>
              <a:t>Users can browse fertilizers by type and price.</a:t>
            </a:r>
          </a:p>
          <a:p>
            <a:endParaRPr lang="en-US" sz="1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800" dirty="0"/>
              <a:t>Add them to cart and order online.</a:t>
            </a:r>
          </a:p>
          <a:p>
            <a:endParaRPr lang="en-US" sz="1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 smtClean="0"/>
              <a:t>Shopkeeper</a:t>
            </a:r>
            <a:r>
              <a:rPr lang="en-US" sz="1800" dirty="0" smtClean="0"/>
              <a:t> </a:t>
            </a:r>
            <a:r>
              <a:rPr lang="en-US" sz="1800" dirty="0"/>
              <a:t>can manage fertilizer details, prices, and orders.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33" y="2922104"/>
            <a:ext cx="10272684" cy="393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6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F538B4-2265-612A-E5A9-62F305EA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3798"/>
            <a:ext cx="8596668" cy="1513914"/>
          </a:xfrm>
        </p:spPr>
        <p:txBody>
          <a:bodyPr/>
          <a:lstStyle/>
          <a:p>
            <a:r>
              <a:rPr lang="en-IN" sz="4000" b="1"/>
              <a:t>Technologies Used</a:t>
            </a:r>
            <a:r>
              <a:rPr lang="en-IN" b="1"/>
              <a:t/>
            </a:r>
            <a:br>
              <a:rPr lang="en-IN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1B41955-B63B-08CA-0754-BB1036AED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579" y="2242744"/>
            <a:ext cx="8596668" cy="151391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IN" sz="720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C7E83A3-60FD-CB28-F677-8C1BBAFCA28E}"/>
              </a:ext>
            </a:extLst>
          </p:cNvPr>
          <p:cNvSpPr txBox="1"/>
          <p:nvPr/>
        </p:nvSpPr>
        <p:spPr>
          <a:xfrm>
            <a:off x="464784" y="826934"/>
            <a:ext cx="33898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b="1" dirty="0"/>
              <a:t>Frontend:</a:t>
            </a:r>
            <a:r>
              <a:rPr lang="en-IN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000" dirty="0"/>
          </a:p>
          <a:p>
            <a:endParaRPr lang="en-IN" sz="2000" dirty="0"/>
          </a:p>
        </p:txBody>
      </p:sp>
      <p:pic>
        <p:nvPicPr>
          <p:cNvPr id="20" name="Picture 19" descr="A purple square with white text&#10;&#10;AI-generated content may be incorrect.">
            <a:extLst>
              <a:ext uri="{FF2B5EF4-FFF2-40B4-BE49-F238E27FC236}">
                <a16:creationId xmlns:a16="http://schemas.microsoft.com/office/drawing/2014/main" xmlns="" id="{CE51C812-FEC5-4F50-88D7-2F5A7F9BD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412" y="1290018"/>
            <a:ext cx="2133600" cy="2143125"/>
          </a:xfrm>
          <a:prstGeom prst="rect">
            <a:avLst/>
          </a:prstGeom>
        </p:spPr>
      </p:pic>
      <p:pic>
        <p:nvPicPr>
          <p:cNvPr id="22" name="Picture 21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5695B6DB-B79E-CE1A-6005-4821A49EC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571" y="1272821"/>
            <a:ext cx="2238427" cy="1939845"/>
          </a:xfrm>
          <a:prstGeom prst="rect">
            <a:avLst/>
          </a:prstGeom>
        </p:spPr>
      </p:pic>
      <p:pic>
        <p:nvPicPr>
          <p:cNvPr id="24" name="Picture 23" descr="A logo of a html company&#10;&#10;AI-generated content may be incorrect.">
            <a:extLst>
              <a:ext uri="{FF2B5EF4-FFF2-40B4-BE49-F238E27FC236}">
                <a16:creationId xmlns:a16="http://schemas.microsoft.com/office/drawing/2014/main" xmlns="" id="{8147CF9E-5303-3F64-52E4-BB9D1AFF8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84" y="1290018"/>
            <a:ext cx="1580007" cy="1783080"/>
          </a:xfrm>
          <a:prstGeom prst="rect">
            <a:avLst/>
          </a:prstGeom>
        </p:spPr>
      </p:pic>
      <p:pic>
        <p:nvPicPr>
          <p:cNvPr id="26" name="Picture 25" descr="A yellow and white logo&#10;&#10;AI-generated content may be incorrect.">
            <a:extLst>
              <a:ext uri="{FF2B5EF4-FFF2-40B4-BE49-F238E27FC236}">
                <a16:creationId xmlns:a16="http://schemas.microsoft.com/office/drawing/2014/main" xmlns="" id="{B7070AD9-E198-D006-808E-C19C9EBF2D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319" y="1171179"/>
            <a:ext cx="1544666" cy="2143125"/>
          </a:xfrm>
          <a:prstGeom prst="rect">
            <a:avLst/>
          </a:prstGeom>
        </p:spPr>
      </p:pic>
      <p:pic>
        <p:nvPicPr>
          <p:cNvPr id="28" name="Picture 27" descr="A logo with a dolphin&#10;&#10;AI-generated content may be incorrect.">
            <a:extLst>
              <a:ext uri="{FF2B5EF4-FFF2-40B4-BE49-F238E27FC236}">
                <a16:creationId xmlns:a16="http://schemas.microsoft.com/office/drawing/2014/main" xmlns="" id="{893605FA-78BF-4358-7894-5A2918E733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746" y="5520994"/>
            <a:ext cx="1631216" cy="1337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8EFDD08-855F-CD95-800C-230CBA410291}"/>
              </a:ext>
            </a:extLst>
          </p:cNvPr>
          <p:cNvSpPr txBox="1"/>
          <p:nvPr/>
        </p:nvSpPr>
        <p:spPr>
          <a:xfrm>
            <a:off x="396902" y="3290191"/>
            <a:ext cx="6210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1800" b="1" dirty="0"/>
              <a:t>Backend</a:t>
            </a:r>
            <a:r>
              <a:rPr lang="en-IN" sz="1800" b="1"/>
              <a:t>:</a:t>
            </a:r>
            <a:r>
              <a:rPr lang="en-IN" sz="1800"/>
              <a:t> </a:t>
            </a:r>
            <a:endParaRPr lang="en-IN" sz="1800" dirty="0"/>
          </a:p>
          <a:p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4B71519-A7B5-4C97-798D-ED4ECE22CC6A}"/>
              </a:ext>
            </a:extLst>
          </p:cNvPr>
          <p:cNvSpPr txBox="1"/>
          <p:nvPr/>
        </p:nvSpPr>
        <p:spPr>
          <a:xfrm>
            <a:off x="554079" y="5042118"/>
            <a:ext cx="621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1800" b="1" dirty="0"/>
              <a:t>Database:</a:t>
            </a:r>
            <a:r>
              <a:rPr lang="en-IN" sz="18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96" y="3667200"/>
            <a:ext cx="1428750" cy="13696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830" y="3834644"/>
            <a:ext cx="1721822" cy="10347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619" y="1467183"/>
            <a:ext cx="14224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6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58A5E1-AB44-53CD-0992-0CC7A031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9801"/>
            <a:ext cx="8596668" cy="88916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System Modules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A7209A6-7C37-F662-72E8-011153B2B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840963" y="4971517"/>
            <a:ext cx="8596668" cy="1698324"/>
          </a:xfrm>
        </p:spPr>
        <p:txBody>
          <a:bodyPr>
            <a:normAutofit/>
          </a:bodyPr>
          <a:lstStyle/>
          <a:p>
            <a:endParaRPr lang="en-IN"/>
          </a:p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E5706-33E7-B605-9567-B4988B3AAF04}"/>
              </a:ext>
            </a:extLst>
          </p:cNvPr>
          <p:cNvSpPr txBox="1"/>
          <p:nvPr/>
        </p:nvSpPr>
        <p:spPr>
          <a:xfrm>
            <a:off x="421278" y="636387"/>
            <a:ext cx="5543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</a:rPr>
              <a:t>User Module:</a:t>
            </a:r>
            <a:endParaRPr lang="en-IN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0FFD535-A1D0-0F84-166E-67A68F29A1C0}"/>
              </a:ext>
            </a:extLst>
          </p:cNvPr>
          <p:cNvSpPr txBox="1"/>
          <p:nvPr/>
        </p:nvSpPr>
        <p:spPr>
          <a:xfrm>
            <a:off x="620022" y="1080196"/>
            <a:ext cx="7086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Register(Sign UP)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 Login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 Browse Fertilizers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 Add to Cart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826" y="84769"/>
            <a:ext cx="4150069" cy="39008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617" y="360723"/>
            <a:ext cx="3448878" cy="33489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25" y="3985591"/>
            <a:ext cx="9253331" cy="28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1344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chemeClr val="accent1"/>
                </a:solidFill>
              </a:rPr>
              <a:t>Activity Diagram </a:t>
            </a:r>
            <a:endParaRPr lang="en-IN" sz="4000" dirty="0">
              <a:solidFill>
                <a:schemeClr val="accen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47" y="89452"/>
            <a:ext cx="4060869" cy="676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7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F3FA65-BEAD-0803-9178-5A11BFDA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268"/>
            <a:ext cx="8596668" cy="56605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Database </a:t>
            </a:r>
            <a:r>
              <a:rPr lang="en-US" b="1" dirty="0" smtClean="0"/>
              <a:t>Design (ER Diagram)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253330" y="0"/>
            <a:ext cx="2938670" cy="596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347"/>
            <a:ext cx="12191999" cy="626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3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3C741B-E004-846A-0710-22BA509B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73204"/>
          </a:xfrm>
        </p:spPr>
        <p:txBody>
          <a:bodyPr>
            <a:normAutofit fontScale="90000"/>
          </a:bodyPr>
          <a:lstStyle/>
          <a:p>
            <a:r>
              <a:rPr lang="en-US" b="1"/>
              <a:t>Conclusion &amp; Future Work</a:t>
            </a:r>
            <a:br>
              <a:rPr lang="en-US" b="1"/>
            </a:b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1B1629B-AA83-163C-E4A3-5B69FC1131FD}"/>
              </a:ext>
            </a:extLst>
          </p:cNvPr>
          <p:cNvSpPr txBox="1"/>
          <p:nvPr/>
        </p:nvSpPr>
        <p:spPr>
          <a:xfrm>
            <a:off x="902368" y="940601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Conclusion:</a:t>
            </a:r>
            <a:endParaRPr lang="en-IN" sz="320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7D6AE07-A7FF-6827-B613-391BAFD4A0B9}"/>
              </a:ext>
            </a:extLst>
          </p:cNvPr>
          <p:cNvSpPr txBox="1"/>
          <p:nvPr/>
        </p:nvSpPr>
        <p:spPr>
          <a:xfrm>
            <a:off x="902368" y="1505817"/>
            <a:ext cx="83716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 smtClean="0"/>
              <a:t>FarmFeed</a:t>
            </a:r>
            <a:r>
              <a:rPr lang="en-US" sz="2000" dirty="0" smtClean="0"/>
              <a:t> </a:t>
            </a:r>
            <a:r>
              <a:rPr lang="en-US" sz="2000" dirty="0"/>
              <a:t>helps farmers order fertilizers easily and manage their purchases online.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93178A2-861E-A894-EC35-879532516B6F}"/>
              </a:ext>
            </a:extLst>
          </p:cNvPr>
          <p:cNvSpPr txBox="1"/>
          <p:nvPr/>
        </p:nvSpPr>
        <p:spPr>
          <a:xfrm>
            <a:off x="902368" y="3084847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Future Enhancements:</a:t>
            </a:r>
            <a:endParaRPr lang="en-US" sz="320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F4F2BEA-3B8A-5E99-F9EF-B17F9634CA7E}"/>
              </a:ext>
            </a:extLst>
          </p:cNvPr>
          <p:cNvSpPr txBox="1"/>
          <p:nvPr/>
        </p:nvSpPr>
        <p:spPr>
          <a:xfrm>
            <a:off x="1308100" y="3669622"/>
            <a:ext cx="6375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 smtClean="0"/>
              <a:t>Payment </a:t>
            </a:r>
            <a:r>
              <a:rPr lang="en-US" dirty="0" err="1"/>
              <a:t>g</a:t>
            </a:r>
            <a:r>
              <a:rPr lang="en-US" sz="1800" dirty="0" err="1" smtClean="0"/>
              <a:t>atway</a:t>
            </a:r>
            <a:endParaRPr lang="en-US" sz="1800" dirty="0"/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Order Tracking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Shopkeeper </a:t>
            </a:r>
            <a:r>
              <a:rPr lang="en-US" dirty="0" err="1" smtClean="0"/>
              <a:t>dashbord</a:t>
            </a:r>
            <a:endParaRPr lang="en-US" sz="1800" dirty="0"/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/>
              <a:t>Admin Module</a:t>
            </a:r>
          </a:p>
        </p:txBody>
      </p:sp>
    </p:spTree>
    <p:extLst>
      <p:ext uri="{BB962C8B-B14F-4D97-AF65-F5344CB8AC3E}">
        <p14:creationId xmlns:p14="http://schemas.microsoft.com/office/powerpoint/2010/main" val="43853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1F97701-3242-EE1C-8A7F-3BB7E3B778EA}"/>
              </a:ext>
            </a:extLst>
          </p:cNvPr>
          <p:cNvSpPr txBox="1"/>
          <p:nvPr/>
        </p:nvSpPr>
        <p:spPr>
          <a:xfrm>
            <a:off x="3174634" y="2967335"/>
            <a:ext cx="50645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/>
              <a:t>Thank You…!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52718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422</TotalTime>
  <Words>244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PowerPoint Presentation</vt:lpstr>
      <vt:lpstr>Introduction </vt:lpstr>
      <vt:lpstr>Problem Statement </vt:lpstr>
      <vt:lpstr>Objective  </vt:lpstr>
      <vt:lpstr>Proposed Solution </vt:lpstr>
      <vt:lpstr>Technologies Used </vt:lpstr>
      <vt:lpstr>System Modules </vt:lpstr>
      <vt:lpstr>PowerPoint Presentation</vt:lpstr>
      <vt:lpstr>Database Design (ER Diagram) </vt:lpstr>
      <vt:lpstr>Conclusion &amp; Future Work 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Vedant Divate</dc:creator>
  <cp:lastModifiedBy>Dell</cp:lastModifiedBy>
  <cp:revision>21</cp:revision>
  <dcterms:created xsi:type="dcterms:W3CDTF">2025-11-03T10:34:18Z</dcterms:created>
  <dcterms:modified xsi:type="dcterms:W3CDTF">2025-11-08T04:58:34Z</dcterms:modified>
</cp:coreProperties>
</file>